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Kumar" userId="087831d0bf1ecb42" providerId="LiveId" clId="{66D93F16-15DB-49D4-B0AD-203DE53601D0}"/>
    <pc:docChg chg="modSld">
      <pc:chgData name="Sumit Kumar" userId="087831d0bf1ecb42" providerId="LiveId" clId="{66D93F16-15DB-49D4-B0AD-203DE53601D0}" dt="2025-11-19T16:45:53.882" v="11" actId="20577"/>
      <pc:docMkLst>
        <pc:docMk/>
      </pc:docMkLst>
      <pc:sldChg chg="modSp mod">
        <pc:chgData name="Sumit Kumar" userId="087831d0bf1ecb42" providerId="LiveId" clId="{66D93F16-15DB-49D4-B0AD-203DE53601D0}" dt="2025-11-19T16:45:53.882" v="11" actId="20577"/>
        <pc:sldMkLst>
          <pc:docMk/>
          <pc:sldMk cId="0" sldId="257"/>
        </pc:sldMkLst>
        <pc:spChg chg="mod">
          <ac:chgData name="Sumit Kumar" userId="087831d0bf1ecb42" providerId="LiveId" clId="{66D93F16-15DB-49D4-B0AD-203DE53601D0}" dt="2025-11-19T16:45:53.882" v="11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73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8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3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35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1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6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9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6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7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71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3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3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18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46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45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7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5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A38B0F-8126-7A11-3E5C-ACB46B95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73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5F0157-C50A-F795-91E7-CF2FC70EE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251" y="570321"/>
            <a:ext cx="8017497" cy="198434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KARNATAKA CRIME ANALYTICS DASHBOARD</a:t>
            </a:r>
            <a:br>
              <a:rPr lang="en-IN" sz="4000" b="1" dirty="0">
                <a:solidFill>
                  <a:schemeClr val="bg1"/>
                </a:solidFill>
              </a:rPr>
            </a:br>
            <a:r>
              <a:rPr lang="en-IN" sz="4000" b="1" dirty="0">
                <a:solidFill>
                  <a:schemeClr val="bg1"/>
                </a:solidFill>
              </a:rPr>
              <a:t>(2023 - 2024)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9FE64-0BC2-85AD-B2DF-AFE9F67D9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870" y="2554663"/>
            <a:ext cx="2446257" cy="2446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89FBA2-C747-51D9-24CA-3A67CE34FA67}"/>
              </a:ext>
            </a:extLst>
          </p:cNvPr>
          <p:cNvSpPr txBox="1"/>
          <p:nvPr/>
        </p:nvSpPr>
        <p:spPr>
          <a:xfrm>
            <a:off x="631596" y="5542961"/>
            <a:ext cx="7949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Data from Karnataka Crime Records</a:t>
            </a:r>
          </a:p>
        </p:txBody>
      </p:sp>
    </p:spTree>
    <p:extLst>
      <p:ext uri="{BB962C8B-B14F-4D97-AF65-F5344CB8AC3E}">
        <p14:creationId xmlns:p14="http://schemas.microsoft.com/office/powerpoint/2010/main" val="260335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3641"/>
            <a:ext cx="7704667" cy="3789575"/>
          </a:xfrm>
        </p:spPr>
        <p:txBody>
          <a:bodyPr>
            <a:normAutofit fontScale="92500"/>
          </a:bodyPr>
          <a:lstStyle/>
          <a:p>
            <a:r>
              <a:rPr sz="2800" dirty="0"/>
              <a:t>The Karnataka Crime Dashboard aims to provide a centralized, interactive, and data-driven platform to analyze crime trends, accident patterns, and women's &amp; child safety indicators.</a:t>
            </a:r>
          </a:p>
          <a:p>
            <a:endParaRPr sz="2800" dirty="0"/>
          </a:p>
          <a:p>
            <a:r>
              <a:rPr sz="2800" dirty="0"/>
              <a:t>The objective is to help stakeholders identify hotspots, compare year-over-year trends, and take data-backed decisions to improve public safety.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FD5D5-4E33-6A13-07D1-A6FBC9847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79" y="157899"/>
            <a:ext cx="1027522" cy="1027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31708"/>
            <a:ext cx="7704667" cy="41108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000" b="1" dirty="0"/>
              <a:t>Fact Tables: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b="1" dirty="0"/>
              <a:t>FactCrime</a:t>
            </a:r>
            <a:r>
              <a:rPr sz="2000" dirty="0"/>
              <a:t> – Crime victims, arrests, convictions, pending cases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b="1" dirty="0"/>
              <a:t>RoadAccidentsDeaths</a:t>
            </a:r>
            <a:r>
              <a:rPr sz="2000" dirty="0"/>
              <a:t> – Accident counts, deaths, causes, gender breakdown</a:t>
            </a:r>
          </a:p>
          <a:p>
            <a:pPr marL="0" indent="0">
              <a:buNone/>
            </a:pPr>
            <a:r>
              <a:rPr sz="2000" dirty="0"/>
              <a:t>•</a:t>
            </a:r>
            <a:r>
              <a:rPr sz="2000" b="1" dirty="0"/>
              <a:t> SexualHarassment </a:t>
            </a:r>
            <a:r>
              <a:rPr sz="2000" dirty="0"/>
              <a:t>– Reported cases, victims by gender/age/district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•</a:t>
            </a:r>
            <a:r>
              <a:rPr lang="en-IN" sz="2000" b="1" dirty="0"/>
              <a:t> </a:t>
            </a:r>
            <a:r>
              <a:rPr lang="en-IN" sz="2000" b="1" dirty="0" err="1"/>
              <a:t>DeathCrimeNegliance</a:t>
            </a:r>
            <a:r>
              <a:rPr lang="en-IN" sz="2000" b="1" dirty="0"/>
              <a:t> – </a:t>
            </a:r>
            <a:r>
              <a:rPr lang="en-IN" sz="2000" dirty="0"/>
              <a:t>Death by accident</a:t>
            </a:r>
            <a:endParaRPr sz="2000" dirty="0"/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Dimension Tables: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b="1" dirty="0"/>
              <a:t>dim_district_city </a:t>
            </a:r>
            <a:r>
              <a:rPr sz="2000" dirty="0"/>
              <a:t>– District &amp; region mapping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b="1" dirty="0"/>
              <a:t>dim_date </a:t>
            </a:r>
            <a:r>
              <a:rPr sz="2000" dirty="0"/>
              <a:t>– Year-wise mapping</a:t>
            </a:r>
          </a:p>
          <a:p>
            <a:pPr marL="0" indent="0">
              <a:buNone/>
            </a:pPr>
            <a:r>
              <a:rPr sz="2000" dirty="0"/>
              <a:t>• </a:t>
            </a:r>
            <a:r>
              <a:rPr sz="2000" b="1" dirty="0"/>
              <a:t>dim_crime_category </a:t>
            </a:r>
            <a:r>
              <a:rPr sz="2000" dirty="0"/>
              <a:t>– Crime type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74457-9E71-1C6E-7412-F4C17D18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79" y="157899"/>
            <a:ext cx="1027522" cy="10275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Insights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72239"/>
            <a:ext cx="7704667" cy="42275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400" b="1" dirty="0"/>
              <a:t>Key Findings:</a:t>
            </a:r>
          </a:p>
          <a:p>
            <a:pPr marL="0" indent="0">
              <a:buNone/>
            </a:pPr>
            <a:r>
              <a:rPr sz="2400" dirty="0"/>
              <a:t>• Crime rates vary significantly by district, with some regions showing higher victim counts.</a:t>
            </a:r>
          </a:p>
          <a:p>
            <a:pPr marL="0" indent="0">
              <a:buNone/>
            </a:pPr>
            <a:r>
              <a:rPr sz="2400" dirty="0"/>
              <a:t>• Road accidents show consistent year-over-year trends with high fatalities.</a:t>
            </a:r>
          </a:p>
          <a:p>
            <a:pPr marL="0" indent="0">
              <a:buNone/>
            </a:pPr>
            <a:r>
              <a:rPr sz="2400" dirty="0"/>
              <a:t>• Majority of accident victims are male across 2023–2024.</a:t>
            </a:r>
          </a:p>
          <a:p>
            <a:pPr marL="0" indent="0">
              <a:buNone/>
            </a:pPr>
            <a:r>
              <a:rPr sz="2400" dirty="0"/>
              <a:t>• Sexual harassment cases show distinct district-wise patterns requiring targeted action.</a:t>
            </a:r>
          </a:p>
          <a:p>
            <a:pPr marL="0" indent="0">
              <a:buNone/>
            </a:pPr>
            <a:r>
              <a:rPr sz="2400" dirty="0"/>
              <a:t>• Top accident causes include over speeding, drunk driving, and mechanical failure.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284F6-A843-E3C6-C7FD-76120896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79" y="157899"/>
            <a:ext cx="1027522" cy="10275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75934"/>
            <a:ext cx="7704667" cy="4123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To enhance the dashboard further, the following can be added:</a:t>
            </a:r>
          </a:p>
          <a:p>
            <a:pPr marL="0" indent="0">
              <a:buNone/>
            </a:pPr>
            <a:r>
              <a:rPr sz="2400" dirty="0"/>
              <a:t>• Predictive modeling for future crime &amp; accident trends.</a:t>
            </a:r>
          </a:p>
          <a:p>
            <a:pPr marL="0" indent="0">
              <a:buNone/>
            </a:pPr>
            <a:r>
              <a:rPr sz="2400" dirty="0"/>
              <a:t>• Real-time crime data integration via APIs.</a:t>
            </a:r>
          </a:p>
          <a:p>
            <a:pPr marL="0" indent="0">
              <a:buNone/>
            </a:pPr>
            <a:r>
              <a:rPr sz="2400" dirty="0"/>
              <a:t>• District-level drill-down maps with heat intensity.</a:t>
            </a:r>
          </a:p>
          <a:p>
            <a:pPr marL="0" indent="0">
              <a:buNone/>
            </a:pPr>
            <a:r>
              <a:rPr sz="2400" dirty="0"/>
              <a:t>• Advanced correlation analysis between crime, accidents, and demographics.</a:t>
            </a:r>
          </a:p>
          <a:p>
            <a:pPr marL="0" indent="0">
              <a:buNone/>
            </a:pPr>
            <a:r>
              <a:rPr sz="2400" dirty="0"/>
              <a:t>• Automated alerts for emerging hotspots.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006D3-70B5-F0C1-7EED-E25264026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79" y="157899"/>
            <a:ext cx="1027522" cy="10275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72240"/>
            <a:ext cx="7704667" cy="377072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endParaRPr lang="en-IN" sz="2400" dirty="0"/>
          </a:p>
          <a:p>
            <a:r>
              <a:rPr sz="2400" dirty="0"/>
              <a:t>The Karnataka Crime Dashboard provides a powerful analytical platform for monitoring statewide public safety metrics.</a:t>
            </a:r>
          </a:p>
          <a:p>
            <a:r>
              <a:rPr sz="2400" dirty="0"/>
              <a:t>It supports decision-making through visualization of trends, district comparisons, and gender-based insights.</a:t>
            </a:r>
          </a:p>
          <a:p>
            <a:r>
              <a:rPr sz="2400" dirty="0"/>
              <a:t>This enables policymakers, law enforcement, and researchers to take informed actions to ensure safety.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1F3C7-8554-C7C1-F57E-CBD741BF3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79" y="157899"/>
            <a:ext cx="1027522" cy="1027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5AA0D0-DA36-16E6-DACE-1193A449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551F94-CC68-CCC6-FD0E-7224EBFD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62" y="-200321"/>
            <a:ext cx="4980893" cy="69732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2D1EB2-9894-D3DE-A97C-45DE60FC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751" y="2435258"/>
            <a:ext cx="7704667" cy="1981200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13410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144</TotalTime>
  <Words>328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KARNATAKA CRIME ANALYTICS DASHBOARD (2023 - 2024)</vt:lpstr>
      <vt:lpstr>Problem Statement</vt:lpstr>
      <vt:lpstr>Data Dictionary</vt:lpstr>
      <vt:lpstr>Insights &amp; Analysis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Kumar</dc:creator>
  <cp:keywords/>
  <dc:description>generated using python-pptx</dc:description>
  <cp:lastModifiedBy>Sumit Kumar</cp:lastModifiedBy>
  <cp:revision>3</cp:revision>
  <dcterms:created xsi:type="dcterms:W3CDTF">2013-01-27T09:14:16Z</dcterms:created>
  <dcterms:modified xsi:type="dcterms:W3CDTF">2025-11-20T06:06:08Z</dcterms:modified>
  <cp:category/>
</cp:coreProperties>
</file>